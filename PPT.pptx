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75" r:id="rId3"/>
    <p:sldId id="277" r:id="rId4"/>
    <p:sldId id="280" r:id="rId5"/>
    <p:sldId id="279" r:id="rId6"/>
    <p:sldId id="278" r:id="rId7"/>
    <p:sldId id="281" r:id="rId8"/>
    <p:sldId id="290" r:id="rId9"/>
    <p:sldId id="289" r:id="rId10"/>
    <p:sldId id="288" r:id="rId11"/>
    <p:sldId id="287" r:id="rId12"/>
    <p:sldId id="286" r:id="rId13"/>
    <p:sldId id="285" r:id="rId14"/>
    <p:sldId id="284" r:id="rId15"/>
    <p:sldId id="283" r:id="rId16"/>
    <p:sldId id="291" r:id="rId17"/>
    <p:sldId id="292" r:id="rId18"/>
    <p:sldId id="293" r:id="rId19"/>
    <p:sldId id="29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07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21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88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72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32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20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2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88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33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268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58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822960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4480560"/>
            <a:ext cx="8229600" cy="457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38528" y="13716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NATHKRUPA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8528" y="21945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5400" b="1">
                <a:solidFill>
                  <a:srgbClr val="E53E3E"/>
                </a:solidFill>
                <a:latin typeface="Calibri"/>
              </a:defRPr>
            </a:pPr>
            <a:r>
              <a:rPr lang="en-IN" dirty="0" err="1"/>
              <a:t>MediConnect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8686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CCCCCC"/>
                </a:solidFill>
                <a:latin typeface="Calibri Light"/>
              </a:defRPr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Smart Doctor Appointment System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4764608"/>
            <a:ext cx="8686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Name: Tapaswi Kandrikar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Roll No :196</a:t>
            </a:r>
            <a:b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Guide : Bhagyashree Patil 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presetID="10" presetClass="entr" presetSubtype="0" fill="hold" nodeType="afterEffect">
                            <p:stCondLst>
                              <p:cond delay="300"/>
                            </p:stCondLst>
                            <p:childTnLst>
                              <p:animEffect transition="in" filter="fade">
                                <p:cBhvr>
                                  <p:cTn id="9" dur="500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nodeType="afterEffect">
                            <p:stCondLst>
                              <p:cond delay="600"/>
                            </p:stCondLst>
                            <p:childTnLst>
                              <p:animEffect transition="in" filter="fade">
                                <p:cBhvr>
                                  <p:cTn id="13" dur="500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nodeType="afterEffect">
                            <p:stCondLst>
                              <p:cond delay="900"/>
                            </p:stCondLst>
                            <p:childTnLst>
                              <p:animEffect transition="in" filter="fade">
                                <p:cBhvr>
                                  <p:cTn id="17" dur="500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511C-E0DC-8804-48C8-DC343F37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69652"/>
            <a:ext cx="9875520" cy="817122"/>
          </a:xfrm>
        </p:spPr>
        <p:txBody>
          <a:bodyPr/>
          <a:lstStyle/>
          <a:p>
            <a:r>
              <a:rPr lang="en-IN" dirty="0"/>
              <a:t>Offer Letter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8465FE-B17A-9313-0096-BF1C32B3E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3528" y="982494"/>
            <a:ext cx="3896302" cy="46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2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B967-EFFF-0744-F803-D560A75C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AAFF-2B50-3547-1F24-63CAD1A2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A80B38-51C6-BE39-130E-3909E4C128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7078" y="1746032"/>
            <a:ext cx="1095053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MediConnect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web-based healthcare system designed to simplify the process of booking doctor appointments.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connects patients and doctors through a centralized platform.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Patients can easily find doctors and book appointments online.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Doctors can manage and update appointment status efficiently.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reduces manual work and improves accessibility to healthcare services. </a:t>
            </a:r>
          </a:p>
        </p:txBody>
      </p:sp>
    </p:spTree>
    <p:extLst>
      <p:ext uri="{BB962C8B-B14F-4D97-AF65-F5344CB8AC3E}">
        <p14:creationId xmlns:p14="http://schemas.microsoft.com/office/powerpoint/2010/main" val="834589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CAD0-44D4-4A34-EA88-BCDBA79C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B134-4D34-3918-2671-9AE74514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C1F4D3-1CEF-E3F1-902D-5C4374D7F5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6210" y="2004812"/>
            <a:ext cx="851927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an easy and user-friendly platform for booking doctor appointments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manual effort and waiting time in hospitals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doctors to manage appointments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accurate and organized patient and appointment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better communication between patients and doctors </a:t>
            </a:r>
          </a:p>
        </p:txBody>
      </p:sp>
    </p:spTree>
    <p:extLst>
      <p:ext uri="{BB962C8B-B14F-4D97-AF65-F5344CB8AC3E}">
        <p14:creationId xmlns:p14="http://schemas.microsoft.com/office/powerpoint/2010/main" val="139107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F368-6289-B7C6-7BE1-EFFC2E9A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BF18-5AD4-60B9-B9B2-C0F081B9F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 OF THE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B4F24-2F36-49BC-E87F-301AB9A8EE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Current Scope:</a:t>
            </a:r>
          </a:p>
          <a:p>
            <a:r>
              <a:rPr lang="en-US" dirty="0"/>
              <a:t>Online appointment booking system </a:t>
            </a:r>
          </a:p>
          <a:p>
            <a:r>
              <a:rPr lang="en-US" dirty="0"/>
              <a:t>Appointment status tracking (Pending / Approved / Cancelled/Complete) </a:t>
            </a:r>
          </a:p>
          <a:p>
            <a:r>
              <a:rPr lang="en-US" dirty="0"/>
              <a:t>Doctor dashboard for managing appointments </a:t>
            </a:r>
          </a:p>
          <a:p>
            <a:r>
              <a:rPr lang="en-US" dirty="0"/>
              <a:t>Admin panel for system control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FACF93-83F7-B36B-99DA-66C7C75FC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Future Scope:</a:t>
            </a:r>
          </a:p>
          <a:p>
            <a:r>
              <a:rPr lang="en-US" dirty="0"/>
              <a:t>Online payment integration </a:t>
            </a:r>
          </a:p>
          <a:p>
            <a:r>
              <a:rPr lang="en-US" dirty="0"/>
              <a:t>Email/SMS notifications </a:t>
            </a:r>
          </a:p>
          <a:p>
            <a:r>
              <a:rPr lang="en-US" dirty="0"/>
              <a:t>Video consultation feature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2592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F784-3A7C-10E1-20FE-BBFC2C78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3E12C-C345-4B06-81F3-040BD696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45" y="804889"/>
            <a:ext cx="9605635" cy="1059305"/>
          </a:xfrm>
        </p:spPr>
        <p:txBody>
          <a:bodyPr/>
          <a:lstStyle/>
          <a:p>
            <a:r>
              <a:rPr lang="en-IN" dirty="0"/>
              <a:t>MODULE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6D262-598D-57A8-5918-0102F6588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152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Patient Module</a:t>
            </a:r>
          </a:p>
          <a:p>
            <a:r>
              <a:rPr lang="en-US" sz="1800" dirty="0"/>
              <a:t>View doctor specializations </a:t>
            </a:r>
          </a:p>
          <a:p>
            <a:r>
              <a:rPr lang="en-US" sz="1800" dirty="0"/>
              <a:t>View list of available doctors </a:t>
            </a:r>
          </a:p>
          <a:p>
            <a:r>
              <a:rPr lang="en-US" sz="1800" dirty="0"/>
              <a:t>Book appointment (date &amp; time selection) </a:t>
            </a:r>
          </a:p>
          <a:p>
            <a:r>
              <a:rPr lang="en-US" sz="1800" dirty="0"/>
              <a:t>Check appointment status using appointment number</a:t>
            </a:r>
          </a:p>
          <a:p>
            <a:pPr marL="0" indent="0">
              <a:buNone/>
            </a:pPr>
            <a:r>
              <a:rPr lang="en-US" b="1" dirty="0"/>
              <a:t>Admin Module</a:t>
            </a:r>
          </a:p>
          <a:p>
            <a:r>
              <a:rPr lang="en-US" dirty="0"/>
              <a:t>Secure login </a:t>
            </a:r>
          </a:p>
          <a:p>
            <a:r>
              <a:rPr lang="en-US" dirty="0"/>
              <a:t>Manage doctors, specialization,</a:t>
            </a:r>
            <a:r>
              <a:rPr lang="en-IN" dirty="0"/>
              <a:t>appointment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D13FA-AA76-2228-CBD8-EE76115C22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Doctor Module</a:t>
            </a:r>
          </a:p>
          <a:p>
            <a:r>
              <a:rPr lang="en-US" dirty="0"/>
              <a:t>Secure login/Register </a:t>
            </a:r>
          </a:p>
          <a:p>
            <a:r>
              <a:rPr lang="en-US" dirty="0"/>
              <a:t>Dashboard view </a:t>
            </a:r>
          </a:p>
          <a:p>
            <a:r>
              <a:rPr lang="en-US" dirty="0"/>
              <a:t>View appointments</a:t>
            </a:r>
          </a:p>
          <a:p>
            <a:r>
              <a:rPr lang="en-US" dirty="0"/>
              <a:t>Change status of appointments </a:t>
            </a:r>
          </a:p>
          <a:p>
            <a:r>
              <a:rPr lang="en-US" dirty="0"/>
              <a:t>Update profile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96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CD27EC-1C86-62C2-B47E-1F995CE12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0 LEVEL DATA 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7544EA-6AC0-ABFA-9226-3C068E06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93" y="2275663"/>
            <a:ext cx="6094278" cy="32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8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0831-DF05-C539-BD44-54DEC91C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F8D6D-B99A-7AFF-B7E4-7F75028F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65612E-B25B-D2F0-6DFA-826FADCB8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370" y="2058312"/>
            <a:ext cx="5788059" cy="339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2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93530-0842-B697-1596-F9BAA58CE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B539-55A4-90AD-13AF-A0BC5323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177CB5-EF26-D263-6969-0A0929DD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378" y="272375"/>
            <a:ext cx="2148571" cy="561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7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26FB-1D1B-3C1D-BF1D-3E593352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B8D7-05D7-3989-E185-00B5C925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D2208-0C42-7063-714D-572185B7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16" y="1999669"/>
            <a:ext cx="724852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2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FF63-9B31-AFCA-3E46-53B17131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B5FC-F877-620C-2C9E-B8610C010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USECASE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4490E7-001C-A1A0-EDB2-EC2B628EF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38" y="2103200"/>
            <a:ext cx="5865171" cy="373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39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D3056-6DD0-2E10-A397-D75E10F4F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15EC-498B-1EEE-B9E5-AE2885E9C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376502"/>
            <a:ext cx="9603275" cy="1049235"/>
          </a:xfrm>
        </p:spPr>
        <p:txBody>
          <a:bodyPr/>
          <a:lstStyle/>
          <a:p>
            <a:r>
              <a:rPr lang="en-IN" dirty="0" err="1"/>
              <a:t>HoME</a:t>
            </a:r>
            <a:r>
              <a:rPr lang="en-IN" dirty="0"/>
              <a:t> </a:t>
            </a:r>
            <a:r>
              <a:rPr lang="en-IN" dirty="0" err="1"/>
              <a:t>pAGE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05366C-BCC3-E1D8-C595-48A42BC4B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551" y="1561924"/>
            <a:ext cx="5740539" cy="28277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566BE3-5F2A-D9BE-9BEE-8EF2BC2A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02" y="1425737"/>
            <a:ext cx="5369668" cy="332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364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8B5C-36CC-D261-0E22-36C0D56C7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D07F-21B6-54D0-C848-C9CBCD33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73" y="181948"/>
            <a:ext cx="9603275" cy="1049235"/>
          </a:xfrm>
        </p:spPr>
        <p:txBody>
          <a:bodyPr/>
          <a:lstStyle/>
          <a:p>
            <a:r>
              <a:rPr lang="en-IN" dirty="0"/>
              <a:t>BOOK/CHECK APPOINTMENT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CFD4D-7E63-3ACE-B88F-69DF17439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74" y="986971"/>
            <a:ext cx="5151772" cy="31083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13DCC-BC6E-41C0-7352-84192CE6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15" y="986971"/>
            <a:ext cx="5758774" cy="286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54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89F2E-D788-4CBE-F037-EFB2FA49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A5CC-9072-02DA-7D40-C3845FFC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273" y="167962"/>
            <a:ext cx="9603275" cy="1049235"/>
          </a:xfrm>
        </p:spPr>
        <p:txBody>
          <a:bodyPr/>
          <a:lstStyle/>
          <a:p>
            <a:r>
              <a:rPr lang="en-IN" dirty="0"/>
              <a:t>DOCTOR / ADMIN LOGIN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84853-4432-959F-975F-55200566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88" y="1217197"/>
            <a:ext cx="4003522" cy="37743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CD3F0A-FA31-D738-EA0C-D0833DAD8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815" y="1090736"/>
            <a:ext cx="4154379" cy="43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5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52BA-D064-CE9A-3EB9-0537859C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B501B-2FDF-10DF-063B-48B66669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98" y="181949"/>
            <a:ext cx="9603275" cy="1049235"/>
          </a:xfrm>
        </p:spPr>
        <p:txBody>
          <a:bodyPr/>
          <a:lstStyle/>
          <a:p>
            <a:r>
              <a:rPr lang="en-IN" dirty="0"/>
              <a:t>Doctor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421FA-5340-3079-EE89-AB62AC805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5" y="738742"/>
            <a:ext cx="5428607" cy="2690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AE09A9-B4F9-1B2E-77CE-CF598783F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60" y="706566"/>
            <a:ext cx="5419184" cy="272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03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D426-0B87-8AAF-5E9B-E696AB1E2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9BE4-798F-ACEA-6689-AD41B8DF9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98" y="181949"/>
            <a:ext cx="9603275" cy="1049235"/>
          </a:xfrm>
        </p:spPr>
        <p:txBody>
          <a:bodyPr/>
          <a:lstStyle/>
          <a:p>
            <a:r>
              <a:rPr lang="en-IN" dirty="0"/>
              <a:t>admin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EB9BD-29ED-54FC-1900-E0433AC6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98" y="842399"/>
            <a:ext cx="5124319" cy="2586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88771-56CA-CB14-42C5-75C01266C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528" y="897206"/>
            <a:ext cx="5781471" cy="286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45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E48E-F690-F13A-FA8A-CA423E54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35" y="366774"/>
            <a:ext cx="9603275" cy="1049235"/>
          </a:xfrm>
        </p:spPr>
        <p:txBody>
          <a:bodyPr/>
          <a:lstStyle/>
          <a:p>
            <a:r>
              <a:rPr lang="en-IN" dirty="0"/>
              <a:t>Appointment table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25BAB-55F6-2B2A-CE83-32D07988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35" y="1286468"/>
            <a:ext cx="10872632" cy="390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386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E6E5-E390-F6E7-20A4-B86D3F534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3FC8-B505-E5F6-AA65-7CDD35E1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35" y="366774"/>
            <a:ext cx="9603275" cy="1049235"/>
          </a:xfrm>
        </p:spPr>
        <p:txBody>
          <a:bodyPr/>
          <a:lstStyle/>
          <a:p>
            <a:r>
              <a:rPr lang="en-IN" dirty="0"/>
              <a:t>Doctor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71D31-24DB-4078-6F3E-E88497644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80" y="1223786"/>
            <a:ext cx="11100294" cy="36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98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F01C-8705-AEB1-8E59-90328BA8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2AE0-B3D9-B2B8-B1B0-1A1AF4B98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35" y="366774"/>
            <a:ext cx="9603275" cy="1049235"/>
          </a:xfrm>
        </p:spPr>
        <p:txBody>
          <a:bodyPr/>
          <a:lstStyle/>
          <a:p>
            <a:r>
              <a:rPr lang="en-IN" dirty="0"/>
              <a:t>specialization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E0899-29D8-634D-478C-F99FE51A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35" y="1228417"/>
            <a:ext cx="10382655" cy="37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4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nodeType="after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500"/>
                                  <p:tgtEl>
                                    <p:spTgt spid="3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1046</TotalTime>
  <Words>266</Words>
  <Application>Microsoft Office PowerPoint</Application>
  <PresentationFormat>Widescreen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Gill Sans MT</vt:lpstr>
      <vt:lpstr>Gallery</vt:lpstr>
      <vt:lpstr>PowerPoint Presentation</vt:lpstr>
      <vt:lpstr>Offer Letter</vt:lpstr>
      <vt:lpstr>INTRODUCTION</vt:lpstr>
      <vt:lpstr>OBJECTIVE OF THE PROJECT</vt:lpstr>
      <vt:lpstr>SCOPE OF THE PROJECT</vt:lpstr>
      <vt:lpstr>MODULE SPECIFICATION</vt:lpstr>
      <vt:lpstr>0 LEVEL DATA FLOW DIAGRAM</vt:lpstr>
      <vt:lpstr>ER DIAGRAM</vt:lpstr>
      <vt:lpstr>ACTIVITY DIAGRAM</vt:lpstr>
      <vt:lpstr>SEQUENCE DIAGRAM</vt:lpstr>
      <vt:lpstr>USECASE DIAGRAM</vt:lpstr>
      <vt:lpstr>HoME pAGE</vt:lpstr>
      <vt:lpstr>BOOK/CHECK APPOINTMENT PAGE</vt:lpstr>
      <vt:lpstr>DOCTOR / ADMIN LOGIN PAGE</vt:lpstr>
      <vt:lpstr>Doctor dashboard</vt:lpstr>
      <vt:lpstr>admin dashboard</vt:lpstr>
      <vt:lpstr>Appointment table</vt:lpstr>
      <vt:lpstr>Doctor table</vt:lpstr>
      <vt:lpstr>specialization table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TApaSwi</dc:creator>
  <cp:keywords/>
  <dc:description>generated using python-pptx</dc:description>
  <cp:lastModifiedBy>Tapaswi Kandrikar</cp:lastModifiedBy>
  <cp:revision>5</cp:revision>
  <dcterms:created xsi:type="dcterms:W3CDTF">2013-01-27T09:14:16Z</dcterms:created>
  <dcterms:modified xsi:type="dcterms:W3CDTF">2026-04-30T08:08:06Z</dcterms:modified>
  <cp:category/>
</cp:coreProperties>
</file>